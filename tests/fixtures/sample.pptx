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Conversion fixture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quick brown fox jumps over the lazy dog.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